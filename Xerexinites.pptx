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7" r:id="rId3"/>
    <p:sldId id="260" r:id="rId4"/>
    <p:sldId id="256" r:id="rId5"/>
    <p:sldId id="261" r:id="rId6"/>
    <p:sldId id="258" r:id="rId7"/>
    <p:sldId id="259" r:id="rId8"/>
    <p:sldId id="262" r:id="rId9"/>
    <p:sldId id="265" r:id="rId10"/>
    <p:sldId id="267" r:id="rId11"/>
    <p:sldId id="263" r:id="rId12"/>
    <p:sldId id="268" r:id="rId13"/>
    <p:sldId id="264" r:id="rId14"/>
    <p:sldId id="266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9400F-AF7B-47C1-8AF0-BDBD245B3FAE}" v="15" dt="2026-03-12T15:46:14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41" autoAdjust="0"/>
    <p:restoredTop sz="94660"/>
  </p:normalViewPr>
  <p:slideViewPr>
    <p:cSldViewPr snapToGrid="0">
      <p:cViewPr>
        <p:scale>
          <a:sx n="100" d="100"/>
          <a:sy n="100" d="100"/>
        </p:scale>
        <p:origin x="58" y="-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t Singh" userId="9b009e55dbe55a1b" providerId="LiveId" clId="{B946AACF-1200-4DF2-8752-948CCFC636DA}"/>
    <pc:docChg chg="undo custSel addSld modSld sldOrd">
      <pc:chgData name="Rajat Singh" userId="9b009e55dbe55a1b" providerId="LiveId" clId="{B946AACF-1200-4DF2-8752-948CCFC636DA}" dt="2026-03-12T15:47:45.092" v="890" actId="20577"/>
      <pc:docMkLst>
        <pc:docMk/>
      </pc:docMkLst>
      <pc:sldChg chg="addSp delSp modSp mod ord">
        <pc:chgData name="Rajat Singh" userId="9b009e55dbe55a1b" providerId="LiveId" clId="{B946AACF-1200-4DF2-8752-948CCFC636DA}" dt="2026-03-12T15:47:45.092" v="890" actId="20577"/>
        <pc:sldMkLst>
          <pc:docMk/>
          <pc:sldMk cId="1313840134" sldId="256"/>
        </pc:sldMkLst>
        <pc:spChg chg="del mod">
          <ac:chgData name="Rajat Singh" userId="9b009e55dbe55a1b" providerId="LiveId" clId="{B946AACF-1200-4DF2-8752-948CCFC636DA}" dt="2026-03-12T15:26:24.702" v="453" actId="478"/>
          <ac:spMkLst>
            <pc:docMk/>
            <pc:sldMk cId="1313840134" sldId="256"/>
            <ac:spMk id="2" creationId="{430DA861-2B03-2EBA-0C91-1B7D945F94F5}"/>
          </ac:spMkLst>
        </pc:spChg>
        <pc:spChg chg="del">
          <ac:chgData name="Rajat Singh" userId="9b009e55dbe55a1b" providerId="LiveId" clId="{B946AACF-1200-4DF2-8752-948CCFC636DA}" dt="2026-03-12T15:07:18.063" v="399" actId="478"/>
          <ac:spMkLst>
            <pc:docMk/>
            <pc:sldMk cId="1313840134" sldId="256"/>
            <ac:spMk id="3" creationId="{A269F0EA-0558-1318-5236-490E9ABA0FAD}"/>
          </ac:spMkLst>
        </pc:spChg>
        <pc:spChg chg="add mod">
          <ac:chgData name="Rajat Singh" userId="9b009e55dbe55a1b" providerId="LiveId" clId="{B946AACF-1200-4DF2-8752-948CCFC636DA}" dt="2026-03-12T15:19:09.160" v="430" actId="20578"/>
          <ac:spMkLst>
            <pc:docMk/>
            <pc:sldMk cId="1313840134" sldId="256"/>
            <ac:spMk id="4" creationId="{7E558137-17E5-9C06-3AF7-E1EEC9D08272}"/>
          </ac:spMkLst>
        </pc:spChg>
        <pc:spChg chg="add del mod">
          <ac:chgData name="Rajat Singh" userId="9b009e55dbe55a1b" providerId="LiveId" clId="{B946AACF-1200-4DF2-8752-948CCFC636DA}" dt="2026-03-12T15:21:20.879" v="441" actId="478"/>
          <ac:spMkLst>
            <pc:docMk/>
            <pc:sldMk cId="1313840134" sldId="256"/>
            <ac:spMk id="6" creationId="{DC8DC577-6329-F695-56D1-81F8F9618C61}"/>
          </ac:spMkLst>
        </pc:spChg>
        <pc:spChg chg="add del mod">
          <ac:chgData name="Rajat Singh" userId="9b009e55dbe55a1b" providerId="LiveId" clId="{B946AACF-1200-4DF2-8752-948CCFC636DA}" dt="2026-03-12T15:33:55.314" v="479" actId="478"/>
          <ac:spMkLst>
            <pc:docMk/>
            <pc:sldMk cId="1313840134" sldId="256"/>
            <ac:spMk id="8" creationId="{166C4DC3-6B1E-4783-331E-9CC699C2678A}"/>
          </ac:spMkLst>
        </pc:spChg>
        <pc:spChg chg="add del mod">
          <ac:chgData name="Rajat Singh" userId="9b009e55dbe55a1b" providerId="LiveId" clId="{B946AACF-1200-4DF2-8752-948CCFC636DA}" dt="2026-03-12T15:34:04.505" v="480" actId="478"/>
          <ac:spMkLst>
            <pc:docMk/>
            <pc:sldMk cId="1313840134" sldId="256"/>
            <ac:spMk id="12" creationId="{B78D5F0C-D678-3C21-F95E-AF7A1B70423F}"/>
          </ac:spMkLst>
        </pc:spChg>
        <pc:spChg chg="add del mod">
          <ac:chgData name="Rajat Singh" userId="9b009e55dbe55a1b" providerId="LiveId" clId="{B946AACF-1200-4DF2-8752-948CCFC636DA}" dt="2026-03-12T15:37:50.494" v="494" actId="478"/>
          <ac:spMkLst>
            <pc:docMk/>
            <pc:sldMk cId="1313840134" sldId="256"/>
            <ac:spMk id="15" creationId="{A85B58D6-9B3D-4997-439C-EEB2E1305E6F}"/>
          </ac:spMkLst>
        </pc:spChg>
        <pc:spChg chg="add del mod">
          <ac:chgData name="Rajat Singh" userId="9b009e55dbe55a1b" providerId="LiveId" clId="{B946AACF-1200-4DF2-8752-948CCFC636DA}" dt="2026-03-12T15:46:39.202" v="873" actId="478"/>
          <ac:spMkLst>
            <pc:docMk/>
            <pc:sldMk cId="1313840134" sldId="256"/>
            <ac:spMk id="16" creationId="{02BAA462-8C03-505B-C059-E7DB14DCFF5C}"/>
          </ac:spMkLst>
        </pc:spChg>
        <pc:spChg chg="add mod">
          <ac:chgData name="Rajat Singh" userId="9b009e55dbe55a1b" providerId="LiveId" clId="{B946AACF-1200-4DF2-8752-948CCFC636DA}" dt="2026-03-12T15:47:45.092" v="890" actId="20577"/>
          <ac:spMkLst>
            <pc:docMk/>
            <pc:sldMk cId="1313840134" sldId="256"/>
            <ac:spMk id="17" creationId="{7F65D252-8554-52E3-0D40-838E9BDE7F61}"/>
          </ac:spMkLst>
        </pc:spChg>
        <pc:picChg chg="mod ord">
          <ac:chgData name="Rajat Singh" userId="9b009e55dbe55a1b" providerId="LiveId" clId="{B946AACF-1200-4DF2-8752-948CCFC636DA}" dt="2026-03-12T15:47:09.401" v="878" actId="1076"/>
          <ac:picMkLst>
            <pc:docMk/>
            <pc:sldMk cId="1313840134" sldId="256"/>
            <ac:picMk id="5" creationId="{4F2AE1E9-DB8E-0D36-5AC3-582EDA3CE728}"/>
          </ac:picMkLst>
        </pc:picChg>
        <pc:picChg chg="add del mod">
          <ac:chgData name="Rajat Singh" userId="9b009e55dbe55a1b" providerId="LiveId" clId="{B946AACF-1200-4DF2-8752-948CCFC636DA}" dt="2026-03-12T15:34:11.184" v="482" actId="478"/>
          <ac:picMkLst>
            <pc:docMk/>
            <pc:sldMk cId="1313840134" sldId="256"/>
            <ac:picMk id="10" creationId="{8F1D973D-D8D3-1467-F047-5171BD2134C7}"/>
          </ac:picMkLst>
        </pc:picChg>
        <pc:picChg chg="add del mod">
          <ac:chgData name="Rajat Singh" userId="9b009e55dbe55a1b" providerId="LiveId" clId="{B946AACF-1200-4DF2-8752-948CCFC636DA}" dt="2026-03-12T15:35:44.570" v="490" actId="478"/>
          <ac:picMkLst>
            <pc:docMk/>
            <pc:sldMk cId="1313840134" sldId="256"/>
            <ac:picMk id="14" creationId="{181BDAA0-E517-6986-7463-6A8494F3F464}"/>
          </ac:picMkLst>
        </pc:picChg>
      </pc:sldChg>
      <pc:sldChg chg="modSp mod ord">
        <pc:chgData name="Rajat Singh" userId="9b009e55dbe55a1b" providerId="LiveId" clId="{B946AACF-1200-4DF2-8752-948CCFC636DA}" dt="2026-03-12T14:47:44.983" v="370" actId="1076"/>
        <pc:sldMkLst>
          <pc:docMk/>
          <pc:sldMk cId="2566905556" sldId="257"/>
        </pc:sldMkLst>
        <pc:picChg chg="mod">
          <ac:chgData name="Rajat Singh" userId="9b009e55dbe55a1b" providerId="LiveId" clId="{B946AACF-1200-4DF2-8752-948CCFC636DA}" dt="2026-03-12T14:47:44.983" v="370" actId="1076"/>
          <ac:picMkLst>
            <pc:docMk/>
            <pc:sldMk cId="2566905556" sldId="257"/>
            <ac:picMk id="4" creationId="{D8A219C2-CEAA-F4B3-0C68-7047FC7D7679}"/>
          </ac:picMkLst>
        </pc:picChg>
      </pc:sldChg>
      <pc:sldChg chg="addSp delSp modSp mod">
        <pc:chgData name="Rajat Singh" userId="9b009e55dbe55a1b" providerId="LiveId" clId="{B946AACF-1200-4DF2-8752-948CCFC636DA}" dt="2026-03-12T13:17:30.140" v="189" actId="1076"/>
        <pc:sldMkLst>
          <pc:docMk/>
          <pc:sldMk cId="163189910" sldId="258"/>
        </pc:sldMkLst>
        <pc:spChg chg="del">
          <ac:chgData name="Rajat Singh" userId="9b009e55dbe55a1b" providerId="LiveId" clId="{B946AACF-1200-4DF2-8752-948CCFC636DA}" dt="2026-03-12T10:55:52.527" v="9" actId="478"/>
          <ac:spMkLst>
            <pc:docMk/>
            <pc:sldMk cId="163189910" sldId="258"/>
            <ac:spMk id="2" creationId="{AB4C5243-32DA-D207-1A6F-4E3518936EE7}"/>
          </ac:spMkLst>
        </pc:spChg>
        <pc:spChg chg="del">
          <ac:chgData name="Rajat Singh" userId="9b009e55dbe55a1b" providerId="LiveId" clId="{B946AACF-1200-4DF2-8752-948CCFC636DA}" dt="2026-03-12T10:55:44.536" v="7"/>
          <ac:spMkLst>
            <pc:docMk/>
            <pc:sldMk cId="163189910" sldId="258"/>
            <ac:spMk id="3" creationId="{58A26F13-A7F0-4602-808F-BAE9D86153A4}"/>
          </ac:spMkLst>
        </pc:spChg>
        <pc:picChg chg="add mod ord">
          <ac:chgData name="Rajat Singh" userId="9b009e55dbe55a1b" providerId="LiveId" clId="{B946AACF-1200-4DF2-8752-948CCFC636DA}" dt="2026-03-12T13:17:30.140" v="189" actId="1076"/>
          <ac:picMkLst>
            <pc:docMk/>
            <pc:sldMk cId="163189910" sldId="258"/>
            <ac:picMk id="5" creationId="{CDBCC83F-3405-8016-1C32-A2C328898D0D}"/>
          </ac:picMkLst>
        </pc:picChg>
      </pc:sldChg>
      <pc:sldChg chg="addSp delSp modSp new mod ord">
        <pc:chgData name="Rajat Singh" userId="9b009e55dbe55a1b" providerId="LiveId" clId="{B946AACF-1200-4DF2-8752-948CCFC636DA}" dt="2026-03-12T13:23:08.691" v="191"/>
        <pc:sldMkLst>
          <pc:docMk/>
          <pc:sldMk cId="266083908" sldId="259"/>
        </pc:sldMkLst>
        <pc:spChg chg="del">
          <ac:chgData name="Rajat Singh" userId="9b009e55dbe55a1b" providerId="LiveId" clId="{B946AACF-1200-4DF2-8752-948CCFC636DA}" dt="2026-03-12T10:57:37.910" v="16" actId="478"/>
          <ac:spMkLst>
            <pc:docMk/>
            <pc:sldMk cId="266083908" sldId="259"/>
            <ac:spMk id="2" creationId="{42034B3B-0DC5-5A50-85E8-8E4CE32DF757}"/>
          </ac:spMkLst>
        </pc:spChg>
        <pc:spChg chg="del">
          <ac:chgData name="Rajat Singh" userId="9b009e55dbe55a1b" providerId="LiveId" clId="{B946AACF-1200-4DF2-8752-948CCFC636DA}" dt="2026-03-12T11:12:10.511" v="18"/>
          <ac:spMkLst>
            <pc:docMk/>
            <pc:sldMk cId="266083908" sldId="259"/>
            <ac:spMk id="3" creationId="{3C333DD1-E8EA-F0B7-0B8D-55502C5676A3}"/>
          </ac:spMkLst>
        </pc:spChg>
        <pc:spChg chg="add mod">
          <ac:chgData name="Rajat Singh" userId="9b009e55dbe55a1b" providerId="LiveId" clId="{B946AACF-1200-4DF2-8752-948CCFC636DA}" dt="2026-03-12T11:18:39.355" v="108" actId="20577"/>
          <ac:spMkLst>
            <pc:docMk/>
            <pc:sldMk cId="266083908" sldId="259"/>
            <ac:spMk id="6" creationId="{99664580-712A-1F42-7D54-196EB87E2BAF}"/>
          </ac:spMkLst>
        </pc:spChg>
        <pc:picChg chg="add mod ord modCrop">
          <ac:chgData name="Rajat Singh" userId="9b009e55dbe55a1b" providerId="LiveId" clId="{B946AACF-1200-4DF2-8752-948CCFC636DA}" dt="2026-03-12T11:16:27.006" v="65" actId="1076"/>
          <ac:picMkLst>
            <pc:docMk/>
            <pc:sldMk cId="266083908" sldId="259"/>
            <ac:picMk id="5" creationId="{E791B259-D72C-451A-13FB-3DD827F028E7}"/>
          </ac:picMkLst>
        </pc:picChg>
      </pc:sldChg>
      <pc:sldChg chg="addSp delSp modSp new mod">
        <pc:chgData name="Rajat Singh" userId="9b009e55dbe55a1b" providerId="LiveId" clId="{B946AACF-1200-4DF2-8752-948CCFC636DA}" dt="2026-03-12T13:03:50.994" v="186" actId="1076"/>
        <pc:sldMkLst>
          <pc:docMk/>
          <pc:sldMk cId="3701378923" sldId="260"/>
        </pc:sldMkLst>
        <pc:spChg chg="del">
          <ac:chgData name="Rajat Singh" userId="9b009e55dbe55a1b" providerId="LiveId" clId="{B946AACF-1200-4DF2-8752-948CCFC636DA}" dt="2026-03-12T12:04:30.060" v="112" actId="478"/>
          <ac:spMkLst>
            <pc:docMk/>
            <pc:sldMk cId="3701378923" sldId="260"/>
            <ac:spMk id="2" creationId="{CCDF8925-EEC8-E921-FC28-DC87AB7C6BF9}"/>
          </ac:spMkLst>
        </pc:spChg>
        <pc:spChg chg="del">
          <ac:chgData name="Rajat Singh" userId="9b009e55dbe55a1b" providerId="LiveId" clId="{B946AACF-1200-4DF2-8752-948CCFC636DA}" dt="2026-03-12T12:04:24.095" v="111"/>
          <ac:spMkLst>
            <pc:docMk/>
            <pc:sldMk cId="3701378923" sldId="260"/>
            <ac:spMk id="3" creationId="{88FE2700-61C3-24F5-4DDC-1A661D766715}"/>
          </ac:spMkLst>
        </pc:spChg>
        <pc:spChg chg="add mod">
          <ac:chgData name="Rajat Singh" userId="9b009e55dbe55a1b" providerId="LiveId" clId="{B946AACF-1200-4DF2-8752-948CCFC636DA}" dt="2026-03-12T12:08:23.717" v="132" actId="14100"/>
          <ac:spMkLst>
            <pc:docMk/>
            <pc:sldMk cId="3701378923" sldId="260"/>
            <ac:spMk id="8" creationId="{569CA95B-4F69-80A0-FCD3-9CBAADA712D0}"/>
          </ac:spMkLst>
        </pc:spChg>
        <pc:spChg chg="add del">
          <ac:chgData name="Rajat Singh" userId="9b009e55dbe55a1b" providerId="LiveId" clId="{B946AACF-1200-4DF2-8752-948CCFC636DA}" dt="2026-03-12T13:00:37.343" v="176" actId="478"/>
          <ac:spMkLst>
            <pc:docMk/>
            <pc:sldMk cId="3701378923" sldId="260"/>
            <ac:spMk id="11" creationId="{BD78101E-1838-E970-E03B-B99C494F2750}"/>
          </ac:spMkLst>
        </pc:spChg>
        <pc:picChg chg="add mod ord modCrop">
          <ac:chgData name="Rajat Singh" userId="9b009e55dbe55a1b" providerId="LiveId" clId="{B946AACF-1200-4DF2-8752-948CCFC636DA}" dt="2026-03-12T12:12:49.735" v="174" actId="1076"/>
          <ac:picMkLst>
            <pc:docMk/>
            <pc:sldMk cId="3701378923" sldId="260"/>
            <ac:picMk id="5" creationId="{0BFDD2C4-4D3D-D75C-4F07-D24939A35EE6}"/>
          </ac:picMkLst>
        </pc:picChg>
        <pc:picChg chg="add mod modCrop">
          <ac:chgData name="Rajat Singh" userId="9b009e55dbe55a1b" providerId="LiveId" clId="{B946AACF-1200-4DF2-8752-948CCFC636DA}" dt="2026-03-12T12:12:42.417" v="172" actId="14100"/>
          <ac:picMkLst>
            <pc:docMk/>
            <pc:sldMk cId="3701378923" sldId="260"/>
            <ac:picMk id="7" creationId="{BF9B7F56-1690-9987-9AD6-13172A6EFF10}"/>
          </ac:picMkLst>
        </pc:picChg>
        <pc:picChg chg="add mod modCrop">
          <ac:chgData name="Rajat Singh" userId="9b009e55dbe55a1b" providerId="LiveId" clId="{B946AACF-1200-4DF2-8752-948CCFC636DA}" dt="2026-03-12T13:03:50.994" v="186" actId="1076"/>
          <ac:picMkLst>
            <pc:docMk/>
            <pc:sldMk cId="3701378923" sldId="260"/>
            <ac:picMk id="10" creationId="{902FCF42-D2C9-9243-C53E-F84F300A572A}"/>
          </ac:picMkLst>
        </pc:picChg>
        <pc:picChg chg="add mod modCrop">
          <ac:chgData name="Rajat Singh" userId="9b009e55dbe55a1b" providerId="LiveId" clId="{B946AACF-1200-4DF2-8752-948CCFC636DA}" dt="2026-03-12T13:01:59.414" v="185" actId="14100"/>
          <ac:picMkLst>
            <pc:docMk/>
            <pc:sldMk cId="3701378923" sldId="260"/>
            <ac:picMk id="13" creationId="{CA3064E8-9D10-9DD4-3113-CA9A942932E4}"/>
          </ac:picMkLst>
        </pc:picChg>
      </pc:sldChg>
      <pc:sldChg chg="addSp delSp modSp new mod">
        <pc:chgData name="Rajat Singh" userId="9b009e55dbe55a1b" providerId="LiveId" clId="{B946AACF-1200-4DF2-8752-948CCFC636DA}" dt="2026-03-12T14:46:47.426" v="368" actId="1076"/>
        <pc:sldMkLst>
          <pc:docMk/>
          <pc:sldMk cId="947987016" sldId="261"/>
        </pc:sldMkLst>
        <pc:spChg chg="mod">
          <ac:chgData name="Rajat Singh" userId="9b009e55dbe55a1b" providerId="LiveId" clId="{B946AACF-1200-4DF2-8752-948CCFC636DA}" dt="2026-03-12T13:57:49.940" v="323" actId="1076"/>
          <ac:spMkLst>
            <pc:docMk/>
            <pc:sldMk cId="947987016" sldId="261"/>
            <ac:spMk id="2" creationId="{EC34B53E-6FD9-46EC-77CC-2A515606909C}"/>
          </ac:spMkLst>
        </pc:spChg>
        <pc:spChg chg="del">
          <ac:chgData name="Rajat Singh" userId="9b009e55dbe55a1b" providerId="LiveId" clId="{B946AACF-1200-4DF2-8752-948CCFC636DA}" dt="2026-03-12T13:53:06.646" v="217" actId="478"/>
          <ac:spMkLst>
            <pc:docMk/>
            <pc:sldMk cId="947987016" sldId="261"/>
            <ac:spMk id="3" creationId="{6B6E401A-79BE-B03C-C9FE-8A04CC18B9AA}"/>
          </ac:spMkLst>
        </pc:spChg>
        <pc:spChg chg="add mod">
          <ac:chgData name="Rajat Singh" userId="9b009e55dbe55a1b" providerId="LiveId" clId="{B946AACF-1200-4DF2-8752-948CCFC636DA}" dt="2026-03-12T13:54:19.638" v="248" actId="1076"/>
          <ac:spMkLst>
            <pc:docMk/>
            <pc:sldMk cId="947987016" sldId="261"/>
            <ac:spMk id="6" creationId="{10318658-B9A0-8DE2-FB3B-6F64EC59339B}"/>
          </ac:spMkLst>
        </pc:spChg>
        <pc:spChg chg="add mod">
          <ac:chgData name="Rajat Singh" userId="9b009e55dbe55a1b" providerId="LiveId" clId="{B946AACF-1200-4DF2-8752-948CCFC636DA}" dt="2026-03-12T13:57:05.196" v="284" actId="1076"/>
          <ac:spMkLst>
            <pc:docMk/>
            <pc:sldMk cId="947987016" sldId="261"/>
            <ac:spMk id="7" creationId="{B67FE01F-86AF-BA26-B981-DBFE1D63D366}"/>
          </ac:spMkLst>
        </pc:spChg>
        <pc:spChg chg="add mod">
          <ac:chgData name="Rajat Singh" userId="9b009e55dbe55a1b" providerId="LiveId" clId="{B946AACF-1200-4DF2-8752-948CCFC636DA}" dt="2026-03-12T13:58:00.829" v="326" actId="14100"/>
          <ac:spMkLst>
            <pc:docMk/>
            <pc:sldMk cId="947987016" sldId="261"/>
            <ac:spMk id="8" creationId="{916B1B6C-7650-BFF6-363B-1BB29D1B8C07}"/>
          </ac:spMkLst>
        </pc:spChg>
        <pc:spChg chg="add mod">
          <ac:chgData name="Rajat Singh" userId="9b009e55dbe55a1b" providerId="LiveId" clId="{B946AACF-1200-4DF2-8752-948CCFC636DA}" dt="2026-03-12T14:46:47.426" v="368" actId="1076"/>
          <ac:spMkLst>
            <pc:docMk/>
            <pc:sldMk cId="947987016" sldId="261"/>
            <ac:spMk id="11" creationId="{3982EF3E-9CE1-E1EB-5AE9-C4621CD6F83B}"/>
          </ac:spMkLst>
        </pc:spChg>
        <pc:picChg chg="add mod">
          <ac:chgData name="Rajat Singh" userId="9b009e55dbe55a1b" providerId="LiveId" clId="{B946AACF-1200-4DF2-8752-948CCFC636DA}" dt="2026-03-12T13:57:12.915" v="287" actId="1076"/>
          <ac:picMkLst>
            <pc:docMk/>
            <pc:sldMk cId="947987016" sldId="261"/>
            <ac:picMk id="5" creationId="{37123580-ED90-3E94-F5A7-91E542549D45}"/>
          </ac:picMkLst>
        </pc:picChg>
        <pc:picChg chg="add mod">
          <ac:chgData name="Rajat Singh" userId="9b009e55dbe55a1b" providerId="LiveId" clId="{B946AACF-1200-4DF2-8752-948CCFC636DA}" dt="2026-03-12T14:42:48.848" v="332" actId="1076"/>
          <ac:picMkLst>
            <pc:docMk/>
            <pc:sldMk cId="947987016" sldId="261"/>
            <ac:picMk id="10" creationId="{D8CBDE15-F722-4C78-2ADA-62A94FC2F6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52413-13D4-490F-9AE8-D73BBA214993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80EEB-617D-40BA-983E-9D3F89CF2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32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80EEB-617D-40BA-983E-9D3F89CF280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63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516B-A11F-7ED8-2E1D-9FD42D2F5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2A5DA-166B-5E23-A88A-238AFCD6A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E926D-E724-7029-E8E1-44650914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5ED0-BA30-AD71-07B0-CDB5F3C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E95E4-71BC-992A-7367-B5F957C1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9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FAEA-35B4-8D1D-ABDF-C19CE523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0EB8-6A2D-BD47-0CE8-AC461B449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120D6-1F14-5D7E-E8AD-03DC3CAC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3BFAB-02A1-80A6-F44E-50DF0754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CDB89-A352-2F0B-1AE2-981C1B25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7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5E65-912F-241B-6632-BCF54C37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D5581-F606-5F2A-9E77-E1C25DC0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01DA7-8A05-F640-E4F5-ED0B139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0F9D-2520-4344-B669-5080E973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A091-51A6-E750-E5B4-6B314AA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32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55241-CAD1-0AB3-C7F9-FDAC912D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F500-8D67-35F9-C65D-221A8D342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A2C0B-A66F-F947-72B4-6B99E80C9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A4B4B-F545-839C-2BC1-0312E5A7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757AD-EE5C-457F-BB7B-23AC3887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D066F-DEC3-8190-1D2D-35844257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69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4704-4092-9FD5-202F-0D019ABC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DC609-3B67-8081-3F74-B633DB75A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C3499-B424-2054-3DA4-E703DD55A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E892B-F16A-A93D-702A-504CADB51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F2641-59B8-3AD8-4F98-187AD1251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9ECEF-9C24-E154-2763-077D0223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0B0DF-7E57-E455-4980-14DC5765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BAB96-3611-0C35-9260-372C4E54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1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DF8A-48E2-281B-81C0-C527F561D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1C9A1-1462-1AD7-9620-8A3810C47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0A8FB-E05A-E64D-02B2-8C25DED1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1C055-A2FE-0E80-8409-1E5BB60C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22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B8B63-D6AC-28C7-1FE8-1502CC83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004C1-6B59-FC3B-1173-CC5F1997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5F3A7-7A9A-49CD-D5B7-64771513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62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835D-9B9B-06B1-5ECE-C55E8065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7D6D2-7AE8-5C40-1F63-35A22F3A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00EF4-DDB6-E969-13AC-49B5EDF42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2B957-6788-0403-F16B-75D92915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CDC34-A9D8-E751-9555-DC174888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D6D58-6403-A951-64AF-613200AB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3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D402-66B9-2ECF-E304-90351529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E799A-E4EE-AFE4-F0E7-FEE42B2D4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6AAAA-C0D0-53EB-9A70-1E740AB98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3AAEB-A701-AAD4-B595-D46EE9D8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0D061-E90F-D8B2-DA55-D4E22F61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DA87E-BF93-38B2-917E-F6F27199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73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34F8-81DD-8A43-09C1-DA9588F6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618F1-C6A5-88E6-CD03-8B375E6CF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A82E9-2123-1F01-DD9B-BE02A01D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3525-4719-0006-4270-A07A189E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3CE4C-2D97-BED6-F774-9C8EC4D1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3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F17FF-97BA-AE9A-CF82-FBCBFAAE7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2C804-31D5-255B-B360-59964A82A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BDF72-8C36-EB83-7B8F-1F8B83A0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CFAA5-5F97-8858-D8EC-87ACB2A4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FF483-D0A4-537F-9DF5-FB427CC3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5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16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19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24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9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185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09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33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62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483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79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9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18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8547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84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55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66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73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ED2FB-7A2E-51D3-5D30-43D8330B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F66A4-0D47-212A-2B6D-26F13B4E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7DB8A-83FF-08B2-F5AB-E3BFE452B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24527-AF78-B4A4-63C4-1377BF185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3E2AD-AEBE-AF40-1E0E-94E24509F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6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2BA54B-5255-4FB4-B11E-F403F1F9B0A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792B32-EA50-475F-A3F0-073FFEE65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5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tp.idu.ac.id/wp-content/uploads/ebook/tdg/ADNVANCED%20MILITARY%20PLATFORM%20DESIGN/Principles%20of%20Modern%20Radar.%20Volume%20%203.pdf" TargetMode="External"/><Relationship Id="rId2" Type="http://schemas.openxmlformats.org/officeDocument/2006/relationships/hyperlink" Target="https://docenti.ing.unipi.it/m.greco/esami_lab/Radar/automotive_radar.pdf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jariie.com/AdminUploadPdf/Fog_Collision_Detection_System_ijariie13090.pdf?srsltid=AfmBOoplTe1bgHkoL2WKCYjmy7F2KA7-xFAXDLFXTACzMHY1dtQttxfK" TargetMode="External"/><Relationship Id="rId5" Type="http://schemas.openxmlformats.org/officeDocument/2006/relationships/hyperlink" Target="https://www.fau.edu/engineering/research/c2a2/images/photos/sp-jul2020.pdf" TargetMode="External"/><Relationship Id="rId4" Type="http://schemas.openxmlformats.org/officeDocument/2006/relationships/hyperlink" Target="https://www.cadence.com/content/dam/cadence-www/global/en_US/documents/tools/system-analysis/rf-microwave-design/mmWave_automotive_radar_and_antenna_system_development_AWR_an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izajbxwol_trimmed">
            <a:hlinkClick r:id="" action="ppaction://media"/>
            <a:extLst>
              <a:ext uri="{FF2B5EF4-FFF2-40B4-BE49-F238E27FC236}">
                <a16:creationId xmlns:a16="http://schemas.microsoft.com/office/drawing/2014/main" id="{D8A219C2-CEAA-F4B3-0C68-7047FC7D767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845"/>
          </a:xfrm>
        </p:spPr>
      </p:pic>
    </p:spTree>
    <p:extLst>
      <p:ext uri="{BB962C8B-B14F-4D97-AF65-F5344CB8AC3E}">
        <p14:creationId xmlns:p14="http://schemas.microsoft.com/office/powerpoint/2010/main" val="256690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1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569CA95B-4F69-80A0-FCD3-9CBAADA712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705860" cy="370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2FCF42-D2C9-9243-C53E-F84F300A5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" t="3262" r="6688"/>
          <a:stretch>
            <a:fillRect/>
          </a:stretch>
        </p:blipFill>
        <p:spPr>
          <a:xfrm>
            <a:off x="0" y="1305287"/>
            <a:ext cx="6144315" cy="3276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6D7DA0-48CC-130E-8616-391A6936293D}"/>
              </a:ext>
            </a:extLst>
          </p:cNvPr>
          <p:cNvSpPr txBox="1"/>
          <p:nvPr/>
        </p:nvSpPr>
        <p:spPr>
          <a:xfrm>
            <a:off x="664234" y="175145"/>
            <a:ext cx="3226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Abstract: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03D4A-25C6-F399-5A84-1D579D33BEBD}"/>
              </a:ext>
            </a:extLst>
          </p:cNvPr>
          <p:cNvSpPr txBox="1"/>
          <p:nvPr/>
        </p:nvSpPr>
        <p:spPr>
          <a:xfrm>
            <a:off x="664234" y="4788699"/>
            <a:ext cx="5279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accidents spike in winter months, which are accompanied by dense fogs.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have been reportedly </a:t>
            </a:r>
            <a:r>
              <a:rPr lang="en-US" b="1" dirty="0"/>
              <a:t>more than 100 </a:t>
            </a:r>
            <a:r>
              <a:rPr lang="en-US" dirty="0"/>
              <a:t>such cases in winter.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0484E4-3CCF-6E79-F168-5DFDB419F453}"/>
              </a:ext>
            </a:extLst>
          </p:cNvPr>
          <p:cNvSpPr txBox="1"/>
          <p:nvPr/>
        </p:nvSpPr>
        <p:spPr>
          <a:xfrm>
            <a:off x="6607746" y="4788699"/>
            <a:ext cx="543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casualties have reached </a:t>
            </a:r>
            <a:r>
              <a:rPr lang="en-US" b="1" dirty="0"/>
              <a:t>46,000</a:t>
            </a:r>
            <a:r>
              <a:rPr lang="en-US" dirty="0"/>
              <a:t>, with </a:t>
            </a:r>
            <a:r>
              <a:rPr lang="en-US" b="1" dirty="0"/>
              <a:t>14000</a:t>
            </a:r>
            <a:r>
              <a:rPr lang="en-US" dirty="0"/>
              <a:t> fatalities and </a:t>
            </a:r>
            <a:r>
              <a:rPr lang="en-US" b="1" dirty="0"/>
              <a:t>32,000</a:t>
            </a:r>
            <a:r>
              <a:rPr lang="en-US" dirty="0"/>
              <a:t> injured.</a:t>
            </a:r>
            <a:endParaRPr lang="en-IN" dirty="0"/>
          </a:p>
        </p:txBody>
      </p:sp>
      <p:pic>
        <p:nvPicPr>
          <p:cNvPr id="12" name="Picture 11" descr="The graph illustrates a downward trend in fog-related accidents, deaths, and injuries in India from 2019 to 2025.&#10;&#10;AI-generated content may be incorrect.">
            <a:extLst>
              <a:ext uri="{FF2B5EF4-FFF2-40B4-BE49-F238E27FC236}">
                <a16:creationId xmlns:a16="http://schemas.microsoft.com/office/drawing/2014/main" id="{9CDFFD5A-19F2-1F70-A6AB-32B8C7890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r="7543"/>
          <a:stretch>
            <a:fillRect/>
          </a:stretch>
        </p:blipFill>
        <p:spPr>
          <a:xfrm>
            <a:off x="6146800" y="1202787"/>
            <a:ext cx="5892800" cy="337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7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2AE1E9-DB8E-0D36-5AC3-582EDA3CE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41000">
                <a:schemeClr val="tx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38100" sx="115000" sy="1150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558137-17E5-9C06-3AF7-E1EEC9D08272}"/>
              </a:ext>
            </a:extLst>
          </p:cNvPr>
          <p:cNvSpPr/>
          <p:nvPr/>
        </p:nvSpPr>
        <p:spPr>
          <a:xfrm>
            <a:off x="6003634" y="2551837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65D252-8554-52E3-0D40-838E9BDE7F61}"/>
              </a:ext>
            </a:extLst>
          </p:cNvPr>
          <p:cNvSpPr/>
          <p:nvPr/>
        </p:nvSpPr>
        <p:spPr>
          <a:xfrm>
            <a:off x="2658584" y="1002889"/>
            <a:ext cx="7059561" cy="517064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5000" b="1" cap="none" spc="0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Divya</a:t>
            </a:r>
          </a:p>
          <a:p>
            <a:pPr algn="ctr"/>
            <a:r>
              <a:rPr lang="en-US" sz="180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Drishti</a:t>
            </a:r>
            <a:endParaRPr lang="en-IN" sz="18000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84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B53E-6FD9-46EC-77CC-2A515606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51" y="1341878"/>
            <a:ext cx="3244211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Existing Models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23580-ED90-3E94-F5A7-91E542549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04" y="2512491"/>
            <a:ext cx="3326707" cy="3274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318658-B9A0-8DE2-FB3B-6F64EC59339B}"/>
              </a:ext>
            </a:extLst>
          </p:cNvPr>
          <p:cNvSpPr txBox="1"/>
          <p:nvPr/>
        </p:nvSpPr>
        <p:spPr>
          <a:xfrm>
            <a:off x="1454714" y="5787342"/>
            <a:ext cx="3605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Omnidirectional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FE01F-86AF-BA26-B981-DBFE1D63D366}"/>
              </a:ext>
            </a:extLst>
          </p:cNvPr>
          <p:cNvSpPr txBox="1"/>
          <p:nvPr/>
        </p:nvSpPr>
        <p:spPr>
          <a:xfrm>
            <a:off x="3541573" y="326215"/>
            <a:ext cx="58223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Unique Edge: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6B1B6C-7650-BFF6-363B-1BB29D1B8C07}"/>
              </a:ext>
            </a:extLst>
          </p:cNvPr>
          <p:cNvSpPr txBox="1">
            <a:spLocks/>
          </p:cNvSpPr>
          <p:nvPr/>
        </p:nvSpPr>
        <p:spPr>
          <a:xfrm>
            <a:off x="7312640" y="1341878"/>
            <a:ext cx="3637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Our improvement</a:t>
            </a:r>
            <a:endParaRPr lang="en-IN" sz="3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CBDE15-F722-4C78-2ADA-62A94FC2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139" y="2512491"/>
            <a:ext cx="2736011" cy="2584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2EF3E-9CE1-E1EB-5AE9-C4621CD6F83B}"/>
              </a:ext>
            </a:extLst>
          </p:cNvPr>
          <p:cNvSpPr txBox="1"/>
          <p:nvPr/>
        </p:nvSpPr>
        <p:spPr>
          <a:xfrm>
            <a:off x="7451829" y="5787342"/>
            <a:ext cx="328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Unidirectional</a:t>
            </a:r>
          </a:p>
        </p:txBody>
      </p:sp>
    </p:spTree>
    <p:extLst>
      <p:ext uri="{BB962C8B-B14F-4D97-AF65-F5344CB8AC3E}">
        <p14:creationId xmlns:p14="http://schemas.microsoft.com/office/powerpoint/2010/main" val="94798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CC83F-3405-8016-1C32-A2C328898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790629-637C-D1ED-2FA5-66B9477FB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285680"/>
              </p:ext>
            </p:extLst>
          </p:nvPr>
        </p:nvGraphicFramePr>
        <p:xfrm>
          <a:off x="5321027" y="1225685"/>
          <a:ext cx="6870971" cy="4688733"/>
        </p:xfrm>
        <a:graphic>
          <a:graphicData uri="http://schemas.openxmlformats.org/drawingml/2006/table">
            <a:tbl>
              <a:tblPr/>
              <a:tblGrid>
                <a:gridCol w="2542782">
                  <a:extLst>
                    <a:ext uri="{9D8B030D-6E8A-4147-A177-3AD203B41FA5}">
                      <a16:colId xmlns:a16="http://schemas.microsoft.com/office/drawing/2014/main" val="3124046101"/>
                    </a:ext>
                  </a:extLst>
                </a:gridCol>
                <a:gridCol w="1672730">
                  <a:extLst>
                    <a:ext uri="{9D8B030D-6E8A-4147-A177-3AD203B41FA5}">
                      <a16:colId xmlns:a16="http://schemas.microsoft.com/office/drawing/2014/main" val="1000882359"/>
                    </a:ext>
                  </a:extLst>
                </a:gridCol>
                <a:gridCol w="2655459">
                  <a:extLst>
                    <a:ext uri="{9D8B030D-6E8A-4147-A177-3AD203B41FA5}">
                      <a16:colId xmlns:a16="http://schemas.microsoft.com/office/drawing/2014/main" val="738969476"/>
                    </a:ext>
                  </a:extLst>
                </a:gridCol>
              </a:tblGrid>
              <a:tr h="51264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Component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Function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Estimated Cost (INR)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690898"/>
                  </a:ext>
                </a:extLst>
              </a:tr>
              <a:tr h="7025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UAV-H201-1 Terrain Sensor (77-81GHz)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mmWave Radar Sensor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₹15000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665792"/>
                  </a:ext>
                </a:extLst>
              </a:tr>
              <a:tr h="5425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ESP32 DevKit V1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Microcontroller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₹350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368650"/>
                  </a:ext>
                </a:extLst>
              </a:tr>
              <a:tr h="5425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Active Buzzer Module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Audio Alert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₹25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257828"/>
                  </a:ext>
                </a:extLst>
              </a:tr>
              <a:tr h="6066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LM2596 Buck Converter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Power Management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₹40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19077"/>
                  </a:ext>
                </a:extLst>
              </a:tr>
              <a:tr h="53655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SN65HVD230 Transceiver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CAN Interface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₹280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570561"/>
                  </a:ext>
                </a:extLst>
              </a:tr>
              <a:tr h="7025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sz="1600">
                          <a:effectLst/>
                        </a:rPr>
                        <a:t>Misc (Wires, 3D Print, etc.)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Prototyping Hardware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₹1000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982495"/>
                  </a:ext>
                </a:extLst>
              </a:tr>
              <a:tr h="5425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>
                          <a:effectLst/>
                        </a:rPr>
                        <a:t>TOTAL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600" dirty="0">
                          <a:effectLst/>
                        </a:rPr>
                        <a:t>~ ₹16,695</a:t>
                      </a:r>
                    </a:p>
                  </a:txBody>
                  <a:tcPr marL="16371" marR="16371" marT="10914" marB="109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648240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D1889-5494-BAFE-40D4-542F43F72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02" y="327566"/>
            <a:ext cx="10515600" cy="898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Components Required:</a:t>
            </a:r>
          </a:p>
        </p:txBody>
      </p:sp>
      <p:pic>
        <p:nvPicPr>
          <p:cNvPr id="9" name="Picture 8" descr="The diagram illustrates a Seed Studio UAV-H201-1's electronic system, featuring a 77-8GHz mmWave radar, a variety of sensors, actuators, and communication modules, including a high-performance gear, a buzzer, and a 16x2 IZC LCD display.&#10;&#10;AI-generated content may be incorrect.">
            <a:extLst>
              <a:ext uri="{FF2B5EF4-FFF2-40B4-BE49-F238E27FC236}">
                <a16:creationId xmlns:a16="http://schemas.microsoft.com/office/drawing/2014/main" id="{233165F8-B775-E27B-E994-9D4573E8D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" t="10238" r="3658" b="5850"/>
          <a:stretch>
            <a:fillRect/>
          </a:stretch>
        </p:blipFill>
        <p:spPr>
          <a:xfrm>
            <a:off x="194553" y="1566152"/>
            <a:ext cx="4931924" cy="44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3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2A8B-BEE2-D13D-44D0-29A097F0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DF15E1-95FF-1FFB-C887-DCCCAD4CF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Automotive RADAR – Maria S. Greko</a:t>
            </a:r>
            <a:endParaRPr lang="en-IN" dirty="0">
              <a:hlinkClick r:id="rId3"/>
            </a:endParaRPr>
          </a:p>
          <a:p>
            <a:r>
              <a:rPr lang="en-IN" dirty="0">
                <a:hlinkClick r:id="rId3"/>
              </a:rPr>
              <a:t>Principles of Modern RADAR</a:t>
            </a:r>
            <a:endParaRPr lang="en-IN" dirty="0"/>
          </a:p>
          <a:p>
            <a:r>
              <a:rPr lang="en-IN" dirty="0">
                <a:hlinkClick r:id="rId4"/>
              </a:rPr>
              <a:t>mm-Wave Automative RADAR and Antenna System Development using AWR software.</a:t>
            </a:r>
            <a:endParaRPr lang="en-IN" dirty="0"/>
          </a:p>
          <a:p>
            <a:r>
              <a:rPr lang="en-IN" dirty="0">
                <a:hlinkClick r:id="rId5"/>
              </a:rPr>
              <a:t>IEEE: Signal Processing Magazine</a:t>
            </a:r>
            <a:endParaRPr lang="en-IN" dirty="0"/>
          </a:p>
          <a:p>
            <a:r>
              <a:rPr lang="en-IN" dirty="0">
                <a:hlinkClick r:id="rId6"/>
              </a:rPr>
              <a:t>Fog collision detection System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76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ngspeak&#10;&#10;AI-generated content may be incorrect.">
            <a:extLst>
              <a:ext uri="{FF2B5EF4-FFF2-40B4-BE49-F238E27FC236}">
                <a16:creationId xmlns:a16="http://schemas.microsoft.com/office/drawing/2014/main" id="{5034909C-0B17-DD04-55A3-E71F9E1DC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57" y="1620946"/>
            <a:ext cx="8678486" cy="4725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386EA-50CD-07E8-9475-75CFBA441FEC}"/>
              </a:ext>
            </a:extLst>
          </p:cNvPr>
          <p:cNvSpPr txBox="1"/>
          <p:nvPr/>
        </p:nvSpPr>
        <p:spPr>
          <a:xfrm>
            <a:off x="789786" y="145915"/>
            <a:ext cx="97276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Further Enhancements:</a:t>
            </a:r>
          </a:p>
        </p:txBody>
      </p:sp>
      <p:pic>
        <p:nvPicPr>
          <p:cNvPr id="6" name="Picture 5" descr="Thingspeak&#10;&#10;AI-generated content may be incorrect.">
            <a:extLst>
              <a:ext uri="{FF2B5EF4-FFF2-40B4-BE49-F238E27FC236}">
                <a16:creationId xmlns:a16="http://schemas.microsoft.com/office/drawing/2014/main" id="{2F268A3A-81D4-F563-1A09-C65C78C94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054" y="1253911"/>
            <a:ext cx="9514655" cy="51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9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E730-2E56-7D8A-4406-F0A58E94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777066"/>
            <a:ext cx="9601196" cy="1303867"/>
          </a:xfrm>
        </p:spPr>
        <p:txBody>
          <a:bodyPr>
            <a:normAutofit/>
          </a:bodyPr>
          <a:lstStyle/>
          <a:p>
            <a:r>
              <a:rPr lang="en-IN" sz="6000" b="1" dirty="0"/>
              <a:t>THANK YOU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DE91CA-7DB8-C36C-2E6C-69E131D800B0}"/>
              </a:ext>
            </a:extLst>
          </p:cNvPr>
          <p:cNvCxnSpPr/>
          <p:nvPr/>
        </p:nvCxnSpPr>
        <p:spPr>
          <a:xfrm>
            <a:off x="1353756" y="4398379"/>
            <a:ext cx="9484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9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7E6935-AFD7-F382-EA66-7341474CB59B}"/>
              </a:ext>
            </a:extLst>
          </p:cNvPr>
          <p:cNvSpPr txBox="1"/>
          <p:nvPr/>
        </p:nvSpPr>
        <p:spPr>
          <a:xfrm>
            <a:off x="467360" y="386080"/>
            <a:ext cx="11643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PPT Highlights: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558DA-B4ED-C9F9-546C-78AF1C3EEF7E}"/>
              </a:ext>
            </a:extLst>
          </p:cNvPr>
          <p:cNvSpPr txBox="1"/>
          <p:nvPr/>
        </p:nvSpPr>
        <p:spPr>
          <a:xfrm>
            <a:off x="642026" y="1828800"/>
            <a:ext cx="7081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Working of sensor</a:t>
            </a:r>
            <a:r>
              <a:rPr lang="en-IN" sz="2800" dirty="0"/>
              <a:t>:</a:t>
            </a:r>
          </a:p>
          <a:p>
            <a:r>
              <a:rPr lang="en-IN" sz="2800" dirty="0"/>
              <a:t>      </a:t>
            </a:r>
            <a:r>
              <a:rPr lang="en-IN" sz="2800" dirty="0">
                <a:sym typeface="Wingdings" panose="05000000000000000000" pitchFamily="2" charset="2"/>
              </a:rPr>
              <a:t> </a:t>
            </a:r>
            <a:r>
              <a:rPr lang="en-IN" sz="2800" dirty="0"/>
              <a:t>Overview.</a:t>
            </a:r>
          </a:p>
          <a:p>
            <a:r>
              <a:rPr lang="en-IN" sz="2800" dirty="0"/>
              <a:t>      </a:t>
            </a:r>
            <a:r>
              <a:rPr lang="en-IN" sz="2800" dirty="0">
                <a:sym typeface="Wingdings" panose="05000000000000000000" pitchFamily="2" charset="2"/>
              </a:rPr>
              <a:t> Working of sensor</a:t>
            </a:r>
            <a:endParaRPr lang="en-IN" sz="2800" dirty="0"/>
          </a:p>
          <a:p>
            <a:r>
              <a:rPr lang="en-IN" sz="2800" dirty="0"/>
              <a:t>      </a:t>
            </a:r>
            <a:r>
              <a:rPr lang="en-IN" sz="2800" dirty="0">
                <a:sym typeface="Wingdings" panose="05000000000000000000" pitchFamily="2" charset="2"/>
              </a:rPr>
              <a:t>The Mathematics behind it.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Marketing Dynamics:</a:t>
            </a:r>
          </a:p>
          <a:p>
            <a:r>
              <a:rPr lang="en-IN" sz="2800" b="1" dirty="0"/>
              <a:t>      </a:t>
            </a:r>
            <a:r>
              <a:rPr lang="en-IN" sz="2800" dirty="0">
                <a:sym typeface="Wingdings" panose="05000000000000000000" pitchFamily="2" charset="2"/>
              </a:rPr>
              <a:t>Key Global Competitors.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  <a:p>
            <a:r>
              <a:rPr lang="en-IN" sz="2800" dirty="0">
                <a:sym typeface="Wingdings" panose="05000000000000000000" pitchFamily="2" charset="2"/>
              </a:rPr>
              <a:t>       </a:t>
            </a:r>
          </a:p>
          <a:p>
            <a:endParaRPr lang="en-IN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8244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shows a simple electronic circuit with a power supply (VCC), ground (GND), transmit (TX), and receive (RX) connections.&#10;&#10;AI-generated content may be incorrect.">
            <a:extLst>
              <a:ext uri="{FF2B5EF4-FFF2-40B4-BE49-F238E27FC236}">
                <a16:creationId xmlns:a16="http://schemas.microsoft.com/office/drawing/2014/main" id="{6D078274-728D-8488-9CB1-788BF1A2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2496677"/>
            <a:ext cx="5744377" cy="2467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085189-7EF5-AA8F-C764-7A9661BF1041}"/>
              </a:ext>
            </a:extLst>
          </p:cNvPr>
          <p:cNvSpPr txBox="1"/>
          <p:nvPr/>
        </p:nvSpPr>
        <p:spPr>
          <a:xfrm>
            <a:off x="636444" y="605043"/>
            <a:ext cx="8808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/>
              <a:t>UAV-H201-1 Radar Sensor:</a:t>
            </a:r>
          </a:p>
        </p:txBody>
      </p:sp>
      <p:pic>
        <p:nvPicPr>
          <p:cNvPr id="7" name="Picture 6" descr="The diagram shows a pinout for a generic communication interface with a voltage range of 5~24V DC for power input, grounded pin, and 0~3.3V for TX and RX data lines.&#10;&#10;AI-generated content may be incorrect.">
            <a:extLst>
              <a:ext uri="{FF2B5EF4-FFF2-40B4-BE49-F238E27FC236}">
                <a16:creationId xmlns:a16="http://schemas.microsoft.com/office/drawing/2014/main" id="{A13328DC-1D61-FD21-1344-9FB00C47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71" y="2395802"/>
            <a:ext cx="5561774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2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45E80A-8CB4-C9AD-C22D-E4DDFD5787E6}"/>
              </a:ext>
            </a:extLst>
          </p:cNvPr>
          <p:cNvSpPr txBox="1"/>
          <p:nvPr/>
        </p:nvSpPr>
        <p:spPr>
          <a:xfrm>
            <a:off x="502920" y="599440"/>
            <a:ext cx="1118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u="sng" dirty="0"/>
              <a:t>Working of MMR for Vehicular Applications:</a:t>
            </a:r>
          </a:p>
        </p:txBody>
      </p:sp>
      <p:pic>
        <p:nvPicPr>
          <p:cNvPr id="3" name="Picture 2" descr="The image illustrates a wireless communication system, depicting the flow from waveform generation to signal processing, including down-conversion and reception.&#10;&#10;AI-generated content may be incorrect.">
            <a:extLst>
              <a:ext uri="{FF2B5EF4-FFF2-40B4-BE49-F238E27FC236}">
                <a16:creationId xmlns:a16="http://schemas.microsoft.com/office/drawing/2014/main" id="{D03AB166-21A6-B48F-12E6-4185024E3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55" y="1539703"/>
            <a:ext cx="9610689" cy="3357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5A81A1-09A1-BCA4-11AC-75DD4CF347ED}"/>
              </a:ext>
            </a:extLst>
          </p:cNvPr>
          <p:cNvSpPr txBox="1"/>
          <p:nvPr/>
        </p:nvSpPr>
        <p:spPr>
          <a:xfrm>
            <a:off x="1180122" y="5255288"/>
            <a:ext cx="1021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image illustrates a wireless communication system, depicting the flow from waveform generation to signal processing, including down-conversion and reception.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904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mathematical expression with variables and functions, including a subtraction and addition operation, and an equation involving a constant.&#10;&#10;AI-generated content may be incorrect.">
            <a:extLst>
              <a:ext uri="{FF2B5EF4-FFF2-40B4-BE49-F238E27FC236}">
                <a16:creationId xmlns:a16="http://schemas.microsoft.com/office/drawing/2014/main" id="{6B10B968-765B-9309-AB31-4BADE2DC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90" y="1567467"/>
            <a:ext cx="3343742" cy="1505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F5A93-8632-0B9A-E0FD-AAD51380D1ED}"/>
              </a:ext>
            </a:extLst>
          </p:cNvPr>
          <p:cNvSpPr txBox="1"/>
          <p:nvPr/>
        </p:nvSpPr>
        <p:spPr>
          <a:xfrm>
            <a:off x="573931" y="525293"/>
            <a:ext cx="9620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/>
              <a:t>The Mathematics behind it:</a:t>
            </a:r>
          </a:p>
        </p:txBody>
      </p:sp>
      <p:pic>
        <p:nvPicPr>
          <p:cNvPr id="6" name="Picture 5" descr="The image displays a table of parameters for a radar system, including carrier frequency, sweep bandwidth, velocity resolution, unambiguous radial velocity, and base band bandwidth.&#10;&#10;AI-generated content may be incorrect.">
            <a:extLst>
              <a:ext uri="{FF2B5EF4-FFF2-40B4-BE49-F238E27FC236}">
                <a16:creationId xmlns:a16="http://schemas.microsoft.com/office/drawing/2014/main" id="{E801C282-588C-2A89-772D-39B29AE68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090" y="3072627"/>
            <a:ext cx="3343742" cy="1794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8A9F44-FADF-8A2E-ECC5-CA2E20959A6D}"/>
              </a:ext>
            </a:extLst>
          </p:cNvPr>
          <p:cNvSpPr txBox="1"/>
          <p:nvPr/>
        </p:nvSpPr>
        <p:spPr>
          <a:xfrm>
            <a:off x="717889" y="5290533"/>
            <a:ext cx="4593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Doppler Effect Calculations.</a:t>
            </a:r>
          </a:p>
        </p:txBody>
      </p:sp>
    </p:spTree>
    <p:extLst>
      <p:ext uri="{BB962C8B-B14F-4D97-AF65-F5344CB8AC3E}">
        <p14:creationId xmlns:p14="http://schemas.microsoft.com/office/powerpoint/2010/main" val="965187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image displays a comparison table of Mahindra's Integrated ADAS features, including advanced sensor fusion, radar capabilities, and various installation options for different vehicle types.&#10;&#10;AI-generated content may be incorrect.">
            <a:extLst>
              <a:ext uri="{FF2B5EF4-FFF2-40B4-BE49-F238E27FC236}">
                <a16:creationId xmlns:a16="http://schemas.microsoft.com/office/drawing/2014/main" id="{2AE2E0EB-29C3-A0C8-0369-4F4E277B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828"/>
          <a:stretch>
            <a:fillRect/>
          </a:stretch>
        </p:blipFill>
        <p:spPr>
          <a:xfrm>
            <a:off x="750744" y="1634404"/>
            <a:ext cx="8134350" cy="1503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0A5073-926B-E58F-A01F-AE4BD25C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28"/>
          <a:stretch>
            <a:fillRect/>
          </a:stretch>
        </p:blipFill>
        <p:spPr>
          <a:xfrm>
            <a:off x="750744" y="3054929"/>
            <a:ext cx="8134350" cy="15036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5C3E1E-C25C-2D5A-BE5B-49BBD858F7BB}"/>
              </a:ext>
            </a:extLst>
          </p:cNvPr>
          <p:cNvSpPr txBox="1"/>
          <p:nvPr/>
        </p:nvSpPr>
        <p:spPr>
          <a:xfrm>
            <a:off x="498764" y="415636"/>
            <a:ext cx="891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Existing Technologies and or improvements:</a:t>
            </a:r>
          </a:p>
        </p:txBody>
      </p:sp>
    </p:spTree>
    <p:extLst>
      <p:ext uri="{BB962C8B-B14F-4D97-AF65-F5344CB8AC3E}">
        <p14:creationId xmlns:p14="http://schemas.microsoft.com/office/powerpoint/2010/main" val="265097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092AC-0698-21ED-9C2F-D964268BE57D}"/>
              </a:ext>
            </a:extLst>
          </p:cNvPr>
          <p:cNvSpPr txBox="1"/>
          <p:nvPr/>
        </p:nvSpPr>
        <p:spPr>
          <a:xfrm>
            <a:off x="609600" y="518160"/>
            <a:ext cx="740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Key Global competitors: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B397DB-34F1-43D4-A1D1-BF648E85A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25661"/>
              </p:ext>
            </p:extLst>
          </p:nvPr>
        </p:nvGraphicFramePr>
        <p:xfrm>
          <a:off x="609600" y="1450756"/>
          <a:ext cx="11297920" cy="4330284"/>
        </p:xfrm>
        <a:graphic>
          <a:graphicData uri="http://schemas.openxmlformats.org/drawingml/2006/table">
            <a:tbl>
              <a:tblPr/>
              <a:tblGrid>
                <a:gridCol w="1862189">
                  <a:extLst>
                    <a:ext uri="{9D8B030D-6E8A-4147-A177-3AD203B41FA5}">
                      <a16:colId xmlns:a16="http://schemas.microsoft.com/office/drawing/2014/main" val="1996047424"/>
                    </a:ext>
                  </a:extLst>
                </a:gridCol>
                <a:gridCol w="2457322">
                  <a:extLst>
                    <a:ext uri="{9D8B030D-6E8A-4147-A177-3AD203B41FA5}">
                      <a16:colId xmlns:a16="http://schemas.microsoft.com/office/drawing/2014/main" val="2666585210"/>
                    </a:ext>
                  </a:extLst>
                </a:gridCol>
                <a:gridCol w="2870074">
                  <a:extLst>
                    <a:ext uri="{9D8B030D-6E8A-4147-A177-3AD203B41FA5}">
                      <a16:colId xmlns:a16="http://schemas.microsoft.com/office/drawing/2014/main" val="1879325978"/>
                    </a:ext>
                  </a:extLst>
                </a:gridCol>
                <a:gridCol w="4108335">
                  <a:extLst>
                    <a:ext uri="{9D8B030D-6E8A-4147-A177-3AD203B41FA5}">
                      <a16:colId xmlns:a16="http://schemas.microsoft.com/office/drawing/2014/main" val="1152044110"/>
                    </a:ext>
                  </a:extLst>
                </a:gridCol>
              </a:tblGrid>
              <a:tr h="70211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Competitor Type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Key Players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dirty="0">
                          <a:effectLst/>
                        </a:rPr>
                        <a:t>Technology Used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>
                          <a:effectLst/>
                        </a:rPr>
                        <a:t>Competitive Disadvantage vs. Your Product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19127"/>
                  </a:ext>
                </a:extLst>
              </a:tr>
              <a:tr h="132114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dirty="0">
                          <a:effectLst/>
                        </a:rPr>
                        <a:t>Tier-1 Suppliers (OEM)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Bosch, Continental, Denso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dirty="0">
                          <a:effectLst/>
                        </a:rPr>
                        <a:t>Multi-sensor fusion, CAN-bus integrated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Requires new vehicle purchase; </a:t>
                      </a:r>
                      <a:r>
                        <a:rPr lang="en-US" sz="2000" b="1" dirty="0">
                          <a:effectLst/>
                        </a:rPr>
                        <a:t>high cost</a:t>
                      </a:r>
                      <a:r>
                        <a:rPr lang="en-US" sz="2000" dirty="0">
                          <a:effectLst/>
                        </a:rPr>
                        <a:t>; professional installation.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278494"/>
                  </a:ext>
                </a:extLst>
              </a:tr>
              <a:tr h="117925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Aftermarket ADAS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>
                          <a:effectLst/>
                        </a:rPr>
                        <a:t>Mobileye (vision), various "dash-cam" based ADAS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 dirty="0">
                          <a:effectLst/>
                        </a:rPr>
                        <a:t>Camera-based AI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b="1" dirty="0">
                          <a:effectLst/>
                        </a:rPr>
                        <a:t>Fails in dense fog/night</a:t>
                      </a:r>
                      <a:r>
                        <a:rPr lang="en-US" sz="2000" dirty="0">
                          <a:effectLst/>
                        </a:rPr>
                        <a:t>. High false alarm rates in poor weather.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23360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Your Product (FogGuard)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Niche/Startup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2000">
                          <a:effectLst/>
                        </a:rPr>
                        <a:t>Standalone 77GHz mmWave Radar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b="1" dirty="0">
                          <a:effectLst/>
                        </a:rPr>
                        <a:t>Superior penetration of fog/darkness; plug-and-play simplicity; low cost.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70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391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854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333</Words>
  <Application>Microsoft Office PowerPoint</Application>
  <PresentationFormat>Widescreen</PresentationFormat>
  <Paragraphs>76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Baskerville Old Face</vt:lpstr>
      <vt:lpstr>Garamond</vt:lpstr>
      <vt:lpstr>Times New Roman</vt:lpstr>
      <vt:lpstr>Wingdings</vt:lpstr>
      <vt:lpstr>Office Theme</vt:lpstr>
      <vt:lpstr>Organic</vt:lpstr>
      <vt:lpstr>PowerPoint Presentation</vt:lpstr>
      <vt:lpstr>PowerPoint Presentation</vt:lpstr>
      <vt:lpstr>PowerPoint Presentation</vt:lpstr>
      <vt:lpstr>Existing Models</vt:lpstr>
      <vt:lpstr>PowerPoint Presentation</vt:lpstr>
      <vt:lpstr>PowerPoint Presentation</vt:lpstr>
      <vt:lpstr>Bibliography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Singh</dc:creator>
  <cp:lastModifiedBy>Rahul Sonkhla</cp:lastModifiedBy>
  <cp:revision>3</cp:revision>
  <dcterms:created xsi:type="dcterms:W3CDTF">2026-03-12T09:25:06Z</dcterms:created>
  <dcterms:modified xsi:type="dcterms:W3CDTF">2026-03-14T12:01:15Z</dcterms:modified>
</cp:coreProperties>
</file>